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4" autoAdjust="0"/>
    <p:restoredTop sz="94660"/>
  </p:normalViewPr>
  <p:slideViewPr>
    <p:cSldViewPr snapToGrid="0">
      <p:cViewPr>
        <p:scale>
          <a:sx n="46" d="100"/>
          <a:sy n="46" d="100"/>
        </p:scale>
        <p:origin x="618" y="18"/>
      </p:cViewPr>
      <p:guideLst>
        <p:guide orient="horz" pos="3240"/>
        <p:guide pos="57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uri" userId="b2febb35890b203a" providerId="LiveId" clId="{3EE7986A-5F3E-40D4-934B-0D223D87FAC3}"/>
    <pc:docChg chg="modSld">
      <pc:chgData name="Iuri" userId="b2febb35890b203a" providerId="LiveId" clId="{3EE7986A-5F3E-40D4-934B-0D223D87FAC3}" dt="2026-02-04T18:43:48.374" v="0" actId="1076"/>
      <pc:docMkLst>
        <pc:docMk/>
      </pc:docMkLst>
      <pc:sldChg chg="modSp mod">
        <pc:chgData name="Iuri" userId="b2febb35890b203a" providerId="LiveId" clId="{3EE7986A-5F3E-40D4-934B-0D223D87FAC3}" dt="2026-02-04T18:43:48.374" v="0" actId="1076"/>
        <pc:sldMkLst>
          <pc:docMk/>
          <pc:sldMk cId="515981167" sldId="256"/>
        </pc:sldMkLst>
        <pc:spChg chg="mod">
          <ac:chgData name="Iuri" userId="b2febb35890b203a" providerId="LiveId" clId="{3EE7986A-5F3E-40D4-934B-0D223D87FAC3}" dt="2026-02-04T18:43:48.374" v="0" actId="1076"/>
          <ac:spMkLst>
            <pc:docMk/>
            <pc:sldMk cId="515981167" sldId="256"/>
            <ac:spMk id="11" creationId="{AB7B1057-7AE0-4B47-84C4-E47BC0FEA09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CAD9-5855-458F-B5A1-B2814732D556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FE0BB-B6EE-4117-9DFF-570C44A1DCA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538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CAD9-5855-458F-B5A1-B2814732D556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FE0BB-B6EE-4117-9DFF-570C44A1DCA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6562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CAD9-5855-458F-B5A1-B2814732D556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FE0BB-B6EE-4117-9DFF-570C44A1DCA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9812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CAD9-5855-458F-B5A1-B2814732D556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FE0BB-B6EE-4117-9DFF-570C44A1DCA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8375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CAD9-5855-458F-B5A1-B2814732D556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FE0BB-B6EE-4117-9DFF-570C44A1DCA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6613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CAD9-5855-458F-B5A1-B2814732D556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FE0BB-B6EE-4117-9DFF-570C44A1DCA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1767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CAD9-5855-458F-B5A1-B2814732D556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FE0BB-B6EE-4117-9DFF-570C44A1DCA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5960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CAD9-5855-458F-B5A1-B2814732D556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FE0BB-B6EE-4117-9DFF-570C44A1DCA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1599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CAD9-5855-458F-B5A1-B2814732D556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FE0BB-B6EE-4117-9DFF-570C44A1DCA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6787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CAD9-5855-458F-B5A1-B2814732D556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FE0BB-B6EE-4117-9DFF-570C44A1DCA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0674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CAD9-5855-458F-B5A1-B2814732D556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FE0BB-B6EE-4117-9DFF-570C44A1DCA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9680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EACAD9-5855-458F-B5A1-B2814732D556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2FE0BB-B6EE-4117-9DFF-570C44A1DCA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9345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2830A47D-32DA-4698-9626-6208EA6BC9E4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9AC02188-CD72-458E-83E7-0A29BF694FB0}"/>
              </a:ext>
            </a:extLst>
          </p:cNvPr>
          <p:cNvSpPr/>
          <p:nvPr/>
        </p:nvSpPr>
        <p:spPr>
          <a:xfrm>
            <a:off x="2036619" y="1496291"/>
            <a:ext cx="16251382" cy="879070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086E259D-DAE4-4279-BAF1-569149F16608}"/>
              </a:ext>
            </a:extLst>
          </p:cNvPr>
          <p:cNvSpPr/>
          <p:nvPr/>
        </p:nvSpPr>
        <p:spPr>
          <a:xfrm>
            <a:off x="2078181" y="1641764"/>
            <a:ext cx="7959437" cy="4239491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sx="101000" sy="101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6EB88A95-4ED5-48FA-B1D9-4FF05363F03A}"/>
              </a:ext>
            </a:extLst>
          </p:cNvPr>
          <p:cNvSpPr/>
          <p:nvPr/>
        </p:nvSpPr>
        <p:spPr>
          <a:xfrm>
            <a:off x="10162308" y="1641763"/>
            <a:ext cx="7959436" cy="4239491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sx="101000" sy="101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054E32D6-E0BD-4D0C-BB73-38843439E842}"/>
              </a:ext>
            </a:extLst>
          </p:cNvPr>
          <p:cNvSpPr/>
          <p:nvPr/>
        </p:nvSpPr>
        <p:spPr>
          <a:xfrm>
            <a:off x="9144000" y="5922817"/>
            <a:ext cx="8977743" cy="4239491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sx="101000" sy="101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D8E24C03-F217-4294-B538-ACA731817DA1}"/>
              </a:ext>
            </a:extLst>
          </p:cNvPr>
          <p:cNvSpPr/>
          <p:nvPr/>
        </p:nvSpPr>
        <p:spPr>
          <a:xfrm>
            <a:off x="2126671" y="5943598"/>
            <a:ext cx="6851071" cy="4239491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sx="101000" sy="101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AB7B1057-7AE0-4B47-84C4-E47BC0FEA09D}"/>
              </a:ext>
            </a:extLst>
          </p:cNvPr>
          <p:cNvSpPr/>
          <p:nvPr/>
        </p:nvSpPr>
        <p:spPr>
          <a:xfrm>
            <a:off x="41563" y="144814"/>
            <a:ext cx="3094433" cy="128846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sx="101000" sy="101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Controle de Orçamento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51842ADB-09FA-44FD-9853-03F899ED4054}"/>
              </a:ext>
            </a:extLst>
          </p:cNvPr>
          <p:cNvSpPr/>
          <p:nvPr/>
        </p:nvSpPr>
        <p:spPr>
          <a:xfrm>
            <a:off x="3323998" y="165928"/>
            <a:ext cx="2952000" cy="12888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sx="101000" sy="101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0A39C243-5F47-4DD8-86C4-5B9F4E9D6D56}"/>
              </a:ext>
            </a:extLst>
          </p:cNvPr>
          <p:cNvSpPr/>
          <p:nvPr/>
        </p:nvSpPr>
        <p:spPr>
          <a:xfrm>
            <a:off x="6481632" y="145148"/>
            <a:ext cx="2952000" cy="12888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sx="101000" sy="101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4F335ADE-281C-4557-AFC3-1C4AA84B7FDA}"/>
              </a:ext>
            </a:extLst>
          </p:cNvPr>
          <p:cNvSpPr/>
          <p:nvPr/>
        </p:nvSpPr>
        <p:spPr>
          <a:xfrm>
            <a:off x="9598376" y="144980"/>
            <a:ext cx="2952000" cy="12888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sx="101000" sy="101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EEBE3673-EEC4-4216-9841-6DAC04783DDD}"/>
              </a:ext>
            </a:extLst>
          </p:cNvPr>
          <p:cNvSpPr/>
          <p:nvPr/>
        </p:nvSpPr>
        <p:spPr>
          <a:xfrm>
            <a:off x="41563" y="3200073"/>
            <a:ext cx="1953000" cy="5549072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sx="101000" sy="101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9EB19390-DEE8-4A92-AA3A-A292DDF2671C}"/>
              </a:ext>
            </a:extLst>
          </p:cNvPr>
          <p:cNvSpPr/>
          <p:nvPr/>
        </p:nvSpPr>
        <p:spPr>
          <a:xfrm>
            <a:off x="12779268" y="166094"/>
            <a:ext cx="5320730" cy="12888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sx="101000" sy="101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9A190E25-1C57-4D9A-BD08-65D182982272}"/>
              </a:ext>
            </a:extLst>
          </p:cNvPr>
          <p:cNvSpPr/>
          <p:nvPr/>
        </p:nvSpPr>
        <p:spPr>
          <a:xfrm>
            <a:off x="3415475" y="935016"/>
            <a:ext cx="2656904" cy="456868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Total Orçado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F2377305-CEF6-43A0-991C-AF1C77BCFFB6}"/>
              </a:ext>
            </a:extLst>
          </p:cNvPr>
          <p:cNvSpPr/>
          <p:nvPr/>
        </p:nvSpPr>
        <p:spPr>
          <a:xfrm>
            <a:off x="6621345" y="935346"/>
            <a:ext cx="2656904" cy="456868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Total Realizado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65E98B6B-5681-41E7-BA1A-44F7D3EA50D9}"/>
              </a:ext>
            </a:extLst>
          </p:cNvPr>
          <p:cNvSpPr/>
          <p:nvPr/>
        </p:nvSpPr>
        <p:spPr>
          <a:xfrm>
            <a:off x="9777998" y="914401"/>
            <a:ext cx="2656904" cy="456868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Saldo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E0879313-D57B-4A99-A25D-69B4B2E4FF6F}"/>
              </a:ext>
            </a:extLst>
          </p:cNvPr>
          <p:cNvSpPr/>
          <p:nvPr/>
        </p:nvSpPr>
        <p:spPr>
          <a:xfrm>
            <a:off x="12820831" y="914566"/>
            <a:ext cx="5134660" cy="477484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Termômetro Realizado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9961768E-E57D-4142-BF79-4BB4F558478E}"/>
              </a:ext>
            </a:extLst>
          </p:cNvPr>
          <p:cNvSpPr/>
          <p:nvPr/>
        </p:nvSpPr>
        <p:spPr>
          <a:xfrm>
            <a:off x="187040" y="3324765"/>
            <a:ext cx="1691581" cy="644071"/>
          </a:xfrm>
          <a:prstGeom prst="round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Filtro</a:t>
            </a:r>
          </a:p>
        </p:txBody>
      </p:sp>
    </p:spTree>
    <p:extLst>
      <p:ext uri="{BB962C8B-B14F-4D97-AF65-F5344CB8AC3E}">
        <p14:creationId xmlns:p14="http://schemas.microsoft.com/office/powerpoint/2010/main" val="5159811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105</TotalTime>
  <Words>11</Words>
  <Application>Microsoft Office PowerPoint</Application>
  <PresentationFormat>Personalizar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Iuri</dc:creator>
  <cp:lastModifiedBy>Iuri</cp:lastModifiedBy>
  <cp:revision>9</cp:revision>
  <dcterms:created xsi:type="dcterms:W3CDTF">2026-02-04T17:00:38Z</dcterms:created>
  <dcterms:modified xsi:type="dcterms:W3CDTF">2026-02-04T18:46:35Z</dcterms:modified>
</cp:coreProperties>
</file>